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6" r:id="rId2"/>
    <p:sldId id="258" r:id="rId3"/>
    <p:sldId id="257"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74" d="100"/>
          <a:sy n="74" d="100"/>
        </p:scale>
        <p:origin x="139" y="5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C9A02C-87A0-43CA-AF9A-8C766A33FE26}" type="datetimeFigureOut">
              <a:rPr lang="en-IN" smtClean="0"/>
              <a:t>11-08-2026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6D48F4-9844-4AFC-A998-D976D94920B6}" type="slidenum">
              <a:rPr lang="en-IN" smtClean="0"/>
              <a:t>‹#›</a:t>
            </a:fld>
            <a:endParaRPr lang="en-IN"/>
          </a:p>
        </p:txBody>
      </p:sp>
    </p:spTree>
    <p:extLst>
      <p:ext uri="{BB962C8B-B14F-4D97-AF65-F5344CB8AC3E}">
        <p14:creationId xmlns:p14="http://schemas.microsoft.com/office/powerpoint/2010/main" val="2556294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Revenue Overview</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Booking Overview</a:t>
            </a:r>
            <a:endParaRPr dirty="0"/>
          </a:p>
          <a:p>
            <a:r>
              <a:rPr b="0" dirty="0"/>
              <a:t>No alt text provided</a:t>
            </a:r>
            <a:endParaRPr dirty="0"/>
          </a:p>
          <a:p>
            <a:endParaRPr dirty="0"/>
          </a:p>
          <a:p>
            <a:r>
              <a:rPr b="1" dirty="0"/>
              <a:t>By Harsha Sharma</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Performance Overview</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DSRN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Realisation %</a:t>
            </a:r>
            <a:endParaRPr dirty="0"/>
          </a:p>
          <a:p>
            <a:r>
              <a:rPr b="0" dirty="0"/>
              <a:t>No alt text provided</a:t>
            </a:r>
            <a:endParaRPr dirty="0"/>
          </a:p>
          <a:p>
            <a:endParaRPr dirty="0"/>
          </a:p>
          <a:p>
            <a:r>
              <a:rPr b="1" dirty="0"/>
              <a:t>% Revenue by Category</a:t>
            </a:r>
            <a:endParaRPr dirty="0"/>
          </a:p>
          <a:p>
            <a:r>
              <a:rPr b="0" dirty="0"/>
              <a:t>No alt text provided</a:t>
            </a:r>
            <a:endParaRPr dirty="0"/>
          </a:p>
          <a:p>
            <a:endParaRPr dirty="0"/>
          </a:p>
          <a:p>
            <a:r>
              <a:rPr b="1" dirty="0"/>
              <a:t>ADR</a:t>
            </a:r>
            <a:endParaRPr dirty="0"/>
          </a:p>
          <a:p>
            <a:r>
              <a:rPr b="0" dirty="0"/>
              <a:t>No alt text provided</a:t>
            </a:r>
            <a:endParaRPr dirty="0"/>
          </a:p>
          <a:p>
            <a:endParaRPr dirty="0"/>
          </a:p>
          <a:p>
            <a:r>
              <a:rPr b="1" dirty="0"/>
              <a:t>Report Switch</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Occupancy %</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Revenue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Trends by Key Metrics</a:t>
            </a:r>
            <a:endParaRPr dirty="0"/>
          </a:p>
          <a:p>
            <a:r>
              <a:rPr b="0" dirty="0"/>
              <a:t>No alt text provided</a:t>
            </a:r>
            <a:endParaRPr dirty="0"/>
          </a:p>
          <a:p>
            <a:endParaRPr dirty="0"/>
          </a:p>
          <a:p>
            <a:r>
              <a:rPr b="1" dirty="0"/>
              <a:t>Filter by Week No</a:t>
            </a:r>
            <a:endParaRPr dirty="0"/>
          </a:p>
          <a:p>
            <a:r>
              <a:rPr b="0" dirty="0"/>
              <a:t>No alt text provided</a:t>
            </a:r>
            <a:endParaRPr dirty="0"/>
          </a:p>
          <a:p>
            <a:endParaRPr dirty="0"/>
          </a:p>
          <a:p>
            <a:r>
              <a:rPr b="1" dirty="0"/>
              <a:t>lineStackedColumnComboChart</a:t>
            </a:r>
            <a:endParaRPr dirty="0"/>
          </a:p>
          <a:p>
            <a:r>
              <a:rPr b="0" dirty="0"/>
              <a:t>No alt text provided</a:t>
            </a:r>
            <a:endParaRPr dirty="0"/>
          </a:p>
          <a:p>
            <a:endParaRPr dirty="0"/>
          </a:p>
          <a:p>
            <a:r>
              <a:rPr b="1" dirty="0"/>
              <a:t>Filter By day_ Type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Filter by Month</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Filter By Room Type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RevPAR</a:t>
            </a:r>
            <a:endParaRPr dirty="0"/>
          </a:p>
          <a:p>
            <a:r>
              <a:rPr b="0" dirty="0"/>
              <a:t>No alt text provided</a:t>
            </a:r>
            <a:endParaRPr dirty="0"/>
          </a:p>
          <a:p>
            <a:endParaRPr dirty="0"/>
          </a:p>
          <a:p>
            <a:r>
              <a:rPr b="1" dirty="0"/>
              <a:t>Filter By City</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Property Performance Details</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Report Switch</a:t>
            </a:r>
            <a:endParaRPr dirty="0"/>
          </a:p>
          <a:p>
            <a:r>
              <a:rPr b="0" dirty="0"/>
              <a:t>No alt text provided</a:t>
            </a:r>
            <a:endParaRPr dirty="0"/>
          </a:p>
          <a:p>
            <a:endParaRPr dirty="0"/>
          </a:p>
          <a:p>
            <a:r>
              <a:rPr b="1" dirty="0"/>
              <a:t>Filter By City</a:t>
            </a:r>
            <a:endParaRPr dirty="0"/>
          </a:p>
          <a:p>
            <a:r>
              <a:rPr b="0" dirty="0"/>
              <a:t>No alt text provided</a:t>
            </a:r>
            <a:endParaRPr dirty="0"/>
          </a:p>
          <a:p>
            <a:endParaRPr dirty="0"/>
          </a:p>
          <a:p>
            <a:r>
              <a:rPr b="1" dirty="0"/>
              <a:t>Revenue by Booking Platform</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Revenue by Day Type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Revenue by Property Name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Revenue Overview</a:t>
            </a:r>
            <a:endParaRPr dirty="0"/>
          </a:p>
          <a:p>
            <a:r>
              <a:rPr b="0" dirty="0"/>
              <a:t>No alt text provided</a:t>
            </a:r>
            <a:endParaRPr dirty="0"/>
          </a:p>
          <a:p>
            <a:endParaRPr dirty="0"/>
          </a:p>
          <a:p>
            <a:r>
              <a:rPr b="1" dirty="0"/>
              <a:t>Filter by Month</a:t>
            </a:r>
            <a:endParaRPr dirty="0"/>
          </a:p>
          <a:p>
            <a:r>
              <a:rPr b="0" dirty="0"/>
              <a:t>No alt text provided</a:t>
            </a:r>
            <a:endParaRPr dirty="0"/>
          </a:p>
          <a:p>
            <a:endParaRPr dirty="0"/>
          </a:p>
          <a:p>
            <a:r>
              <a:rPr b="1" dirty="0"/>
              <a:t>Revenue by City</a:t>
            </a:r>
            <a:endParaRPr dirty="0"/>
          </a:p>
          <a:p>
            <a:r>
              <a:rPr b="0" dirty="0"/>
              <a:t>No alt text provided</a:t>
            </a:r>
            <a:endParaRPr dirty="0"/>
          </a:p>
          <a:p>
            <a:endParaRPr dirty="0"/>
          </a:p>
          <a:p>
            <a:r>
              <a:rPr b="1" dirty="0"/>
              <a:t>Filter by Week No</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Filter By day_ Type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Filter By Room Type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Filter By day_ Type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Weekly Booking Trend</a:t>
            </a:r>
            <a:endParaRPr dirty="0"/>
          </a:p>
          <a:p>
            <a:r>
              <a:rPr b="0" dirty="0"/>
              <a:t>No alt text provided</a:t>
            </a:r>
            <a:endParaRPr dirty="0"/>
          </a:p>
          <a:p>
            <a:endParaRPr dirty="0"/>
          </a:p>
          <a:p>
            <a:r>
              <a:rPr b="1" dirty="0"/>
              <a:t>Filter By City</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Top Properties by Total Bookings</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Filter By Room Type</a:t>
            </a:r>
            <a:endParaRPr dirty="0"/>
          </a:p>
          <a:p>
            <a:r>
              <a:rPr b="0" dirty="0"/>
              <a:t>No alt text provided</a:t>
            </a:r>
            <a:endParaRPr dirty="0"/>
          </a:p>
          <a:p>
            <a:endParaRPr dirty="0"/>
          </a:p>
          <a:p>
            <a:r>
              <a:rPr b="1" dirty="0"/>
              <a:t>Report Switch</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Total Bookings by Day Type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Filter by Month</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Booking Status Distribution</a:t>
            </a:r>
            <a:endParaRPr dirty="0"/>
          </a:p>
          <a:p>
            <a:r>
              <a:rPr b="0" dirty="0"/>
              <a:t>No alt text provided</a:t>
            </a:r>
            <a:endParaRPr dirty="0"/>
          </a:p>
          <a:p>
            <a:endParaRPr dirty="0"/>
          </a:p>
          <a:p>
            <a:r>
              <a:rPr b="1" dirty="0"/>
              <a:t>Filter by Week No</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Metrics</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8/11/2026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42e407ee-d70d-405e-8945-faca7e9f5cbf?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42e407ee-d70d-405e-8945-faca7e9f5cbf/?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42e407ee-d70d-405e-8945-faca7e9f5cbf/?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42e407ee-d70d-405e-8945-faca7e9f5cbf/?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42e407ee-d70d-405e-8945-faca7e9f5cbf/?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Hospitality Project</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11-08-2026 17:42:14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11-08-2026 17:36:48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mage ,Revenue Overview ,textbox ,image ,image ,Booking Overview ,By Harsha Sharma ,textbox ,Performance Overview ,image ,textbox ,imag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Home Page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DSRN ,image ,image ,shape ,Realisation % ,% Revenue by Category ,ADR ,Report Switch ,shape ,shape ,image ,image ,image ,shape ,shape ,tableEx ,Occupancy % ,shape ,tableEx ,textbox ,tableEx ,tableEx ,image ,Revenue ,image ,shape ,Trends by Key Metrics ,Filter by Week No ,lineStackedColumnComboChart ,Filter By day_ Type ,image ,Filter by Month ,tableEx ,shape ,shape ,tableEx ,Filter By Room Type ,shape ,RevPAR ,Filter By City ,image ,tableEx ,Property Performance Details. Please refer to the notes on this slide for details">
            <a:hlinkClick r:id="rId3"/>
          </p:cNvPr>
          <p:cNvPicPr>
            <a:picLocks noChangeAspect="1"/>
          </p:cNvPicPr>
          <p:nvPr/>
        </p:nvPicPr>
        <p:blipFill>
          <a:blip r:embed="rId4"/>
          <a:stretch>
            <a:fillRect/>
          </a:stretch>
        </p:blipFill>
        <p:spPr>
          <a:xfrm>
            <a:off x="533400" y="0"/>
            <a:ext cx="11115675" cy="6848475"/>
          </a:xfrm>
          <a:prstGeom prst="rect">
            <a:avLst/>
          </a:prstGeom>
          <a:noFill/>
        </p:spPr>
      </p:pic>
      <p:sp>
        <p:nvSpPr>
          <p:cNvPr id="4" name="Title" hidden="1"/>
          <p:cNvSpPr>
            <a:spLocks noGrp="1"/>
          </p:cNvSpPr>
          <p:nvPr>
            <p:ph type="title"/>
          </p:nvPr>
        </p:nvSpPr>
        <p:spPr/>
        <p:txBody>
          <a:bodyPr/>
          <a:lstStyle/>
          <a:p>
            <a:r>
              <a:t>Performanace Overview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Report Switch ,Filter By City ,Revenue by Booking Platform ,shape ,image ,image ,shape ,Revenue by Day Type ,image ,shape ,Revenue by Property Name ,image ,textbox ,image ,image ,shape ,image ,shape ,shape ,shape ,Revenue Overview ,Filter by Month ,Revenue by City ,Filter by Week No ,shape ,Filter By day_ Type ,shape ,image ,Filter By Room Type ,image. Please refer to the notes on this slide for details">
            <a:hlinkClick r:id="rId3"/>
          </p:cNvPr>
          <p:cNvPicPr>
            <a:picLocks noChangeAspect="1"/>
          </p:cNvPicPr>
          <p:nvPr/>
        </p:nvPicPr>
        <p:blipFill>
          <a:blip r:embed="rId4"/>
          <a:stretch>
            <a:fillRect/>
          </a:stretch>
        </p:blipFill>
        <p:spPr>
          <a:xfrm>
            <a:off x="533400" y="0"/>
            <a:ext cx="11115675" cy="6848475"/>
          </a:xfrm>
          <a:prstGeom prst="rect">
            <a:avLst/>
          </a:prstGeom>
          <a:noFill/>
        </p:spPr>
      </p:pic>
      <p:sp>
        <p:nvSpPr>
          <p:cNvPr id="4" name="Title" hidden="1"/>
          <p:cNvSpPr>
            <a:spLocks noGrp="1"/>
          </p:cNvSpPr>
          <p:nvPr>
            <p:ph type="title"/>
          </p:nvPr>
        </p:nvSpPr>
        <p:spPr/>
        <p:txBody>
          <a:bodyPr/>
          <a:lstStyle/>
          <a:p>
            <a:r>
              <a:t>Revenue 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Filter By day_ Type ,shape ,shape ,cardVisual ,image ,image ,shape ,shape ,shape ,image ,image ,shape ,shape ,image ,image ,image ,shape ,Weekly Booking Trend ,Filter By City ,cardVisual ,shape ,Top Properties by Total Bookings ,shape ,shape ,shape ,shape ,Filter By Room Type ,Report Switch ,shape ,cardVisual ,textbox ,image ,Total Bookings by Day Type ,image ,Filter by Month ,cardVisual ,Booking Status Distribution ,Filter by Week No ,shape ,Key Metrics ,cardVisual ,cardVisual ,shape. Please refer to the notes on this slide for details">
            <a:hlinkClick r:id="rId3"/>
          </p:cNvPr>
          <p:cNvPicPr>
            <a:picLocks noChangeAspect="1"/>
          </p:cNvPicPr>
          <p:nvPr/>
        </p:nvPicPr>
        <p:blipFill>
          <a:blip r:embed="rId4"/>
          <a:stretch>
            <a:fillRect/>
          </a:stretch>
        </p:blipFill>
        <p:spPr>
          <a:xfrm>
            <a:off x="533400" y="0"/>
            <a:ext cx="11115675" cy="6848475"/>
          </a:xfrm>
          <a:prstGeom prst="rect">
            <a:avLst/>
          </a:prstGeom>
          <a:noFill/>
        </p:spPr>
      </p:pic>
      <p:sp>
        <p:nvSpPr>
          <p:cNvPr id="4" name="Title" hidden="1"/>
          <p:cNvSpPr>
            <a:spLocks noGrp="1"/>
          </p:cNvSpPr>
          <p:nvPr>
            <p:ph type="title"/>
          </p:nvPr>
        </p:nvSpPr>
        <p:spPr/>
        <p:txBody>
          <a:bodyPr/>
          <a:lstStyle/>
          <a:p>
            <a:r>
              <a:t>Booking Overview</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TotalTime>
  <Words>757</Words>
  <Application>Microsoft Office PowerPoint</Application>
  <PresentationFormat>Widescreen</PresentationFormat>
  <Paragraphs>393</Paragraphs>
  <Slides>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Calibri Light</vt:lpstr>
      <vt:lpstr>Segoe UI</vt:lpstr>
      <vt:lpstr>Segoe UI Light</vt:lpstr>
      <vt:lpstr>Segoe UI Semibold</vt:lpstr>
      <vt:lpstr>Custom Design</vt:lpstr>
      <vt:lpstr>Hospitality Project</vt:lpstr>
      <vt:lpstr>Home Page</vt:lpstr>
      <vt:lpstr>Performanace Overview</vt:lpstr>
      <vt:lpstr>Revenue Overview</vt:lpstr>
      <vt:lpstr>Booking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harsha sharma</cp:lastModifiedBy>
  <cp:revision>5</cp:revision>
  <dcterms:created xsi:type="dcterms:W3CDTF">2016-09-04T11:54:55Z</dcterms:created>
  <dcterms:modified xsi:type="dcterms:W3CDTF">2026-08-11T17:45:17Z</dcterms:modified>
</cp:coreProperties>
</file>